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9d9a31a298438c" /><Relationship Type="http://schemas.openxmlformats.org/officeDocument/2006/relationships/extended-properties" Target="/docProps/app.xml" Id="R5897337239d14ad5" /><Relationship Type="http://schemas.openxmlformats.org/officeDocument/2006/relationships/officeDocument" Target="/ppt/presentation.xml" Id="Rdb8cf0afc98045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8cb31e784f4c6a"/>
  </p:sldMasterIdLst>
  <p:notesMasterIdLst>
    <p:notesMasterId xmlns:r="http://schemas.openxmlformats.org/officeDocument/2006/relationships" r:id="R694d5c8d30a54bf3"/>
  </p:notesMasterIdLst>
  <p:sldIdLst>
    <p:sldId xmlns:r="http://schemas.openxmlformats.org/officeDocument/2006/relationships" id="256" r:id="R6915ec6104e3425e"/>
    <p:sldId xmlns:r="http://schemas.openxmlformats.org/officeDocument/2006/relationships" id="257" r:id="Rf97d4e35fb944d12"/>
    <p:sldId xmlns:r="http://schemas.openxmlformats.org/officeDocument/2006/relationships" id="258" r:id="R949cc1534f5944da"/>
    <p:sldId xmlns:r="http://schemas.openxmlformats.org/officeDocument/2006/relationships" id="259" r:id="R01d19950de97467f"/>
    <p:sldId xmlns:r="http://schemas.openxmlformats.org/officeDocument/2006/relationships" id="260" r:id="R4a6060f6fd964ca0"/>
    <p:sldId xmlns:r="http://schemas.openxmlformats.org/officeDocument/2006/relationships" id="261" r:id="Ra51e5ca0ecd147a4"/>
    <p:sldId xmlns:r="http://schemas.openxmlformats.org/officeDocument/2006/relationships" id="262" r:id="R2a40b0ab68fa40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afcb56f80b4815" /><Relationship Type="http://schemas.openxmlformats.org/officeDocument/2006/relationships/slideMaster" Target="/ppt/slideMasters/slideMaster1.xml" Id="Re48cb31e784f4c6a" /><Relationship Type="http://schemas.openxmlformats.org/officeDocument/2006/relationships/notesMaster" Target="/ppt/notesMasters/notesMaster1.xml" Id="R694d5c8d30a54bf3" /><Relationship Type="http://schemas.openxmlformats.org/officeDocument/2006/relationships/presProps" Target="/ppt/presProps.xml" Id="R4002e62c2dc6415a" /><Relationship Type="http://schemas.openxmlformats.org/officeDocument/2006/relationships/tableStyles" Target="/ppt/tableStyles.xml" Id="Ra402be0178114618" /><Relationship Type="http://schemas.openxmlformats.org/officeDocument/2006/relationships/slide" Target="/ppt/slides/slide1.xml" Id="R6915ec6104e3425e" /><Relationship Type="http://schemas.openxmlformats.org/officeDocument/2006/relationships/slide" Target="/ppt/slides/slide2.xml" Id="Rf97d4e35fb944d12" /><Relationship Type="http://schemas.openxmlformats.org/officeDocument/2006/relationships/slide" Target="/ppt/slides/slide3.xml" Id="R949cc1534f5944da" /><Relationship Type="http://schemas.openxmlformats.org/officeDocument/2006/relationships/slide" Target="/ppt/slides/slide4.xml" Id="R01d19950de97467f" /><Relationship Type="http://schemas.openxmlformats.org/officeDocument/2006/relationships/slide" Target="/ppt/slides/slide5.xml" Id="R4a6060f6fd964ca0" /><Relationship Type="http://schemas.openxmlformats.org/officeDocument/2006/relationships/slide" Target="/ppt/slides/slide6.xml" Id="Ra51e5ca0ecd147a4" /><Relationship Type="http://schemas.openxmlformats.org/officeDocument/2006/relationships/slide" Target="/ppt/slides/slide7.xml" Id="R2a40b0ab68fa40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678e3bb8da4c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4a89d5672a47e3" /><Relationship Type="http://schemas.openxmlformats.org/officeDocument/2006/relationships/notesMaster" Target="/ppt/notesMasters/notesMaster1.xml" Id="R621e0c93a5874e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59786263e3415c" /><Relationship Type="http://schemas.openxmlformats.org/officeDocument/2006/relationships/notesMaster" Target="/ppt/notesMasters/notesMaster1.xml" Id="R5c93dcbee35242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e03e8236604e06" /><Relationship Type="http://schemas.openxmlformats.org/officeDocument/2006/relationships/notesMaster" Target="/ppt/notesMasters/notesMaster1.xml" Id="R589244450c064f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172c395f4248bc" /><Relationship Type="http://schemas.openxmlformats.org/officeDocument/2006/relationships/notesMaster" Target="/ppt/notesMasters/notesMaster1.xml" Id="R75695cb38b9946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7639a7c99c48f2" /><Relationship Type="http://schemas.openxmlformats.org/officeDocument/2006/relationships/notesMaster" Target="/ppt/notesMasters/notesMaster1.xml" Id="Re76b9fc4f63b47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06e592a8594405" /><Relationship Type="http://schemas.openxmlformats.org/officeDocument/2006/relationships/notesMaster" Target="/ppt/notesMasters/notesMaster1.xml" Id="Rdde3c07a75f64f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a8356baf3f4ee6" /><Relationship Type="http://schemas.openxmlformats.org/officeDocument/2006/relationships/notesMaster" Target="/ppt/notesMasters/notesMaster1.xml" Id="R363809e61e764d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c24cec557a44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cd5216f6cc4585" /><Relationship Type="http://schemas.openxmlformats.org/officeDocument/2006/relationships/slideLayout" Target="/ppt/slideLayouts/slideLayout1.xml" Id="Ra0a0ecbe356141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a0ecbe356141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d3295634bc4358" /><Relationship Type="http://schemas.openxmlformats.org/officeDocument/2006/relationships/notesSlide" Target="/ppt/notesSlides/notesSlide1.xml" Id="Re4d248f3bd3348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f446a09384045" /><Relationship Type="http://schemas.openxmlformats.org/officeDocument/2006/relationships/notesSlide" Target="/ppt/notesSlides/notesSlide2.xml" Id="Ra727cb110e3441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82f1b7be94d62" /><Relationship Type="http://schemas.openxmlformats.org/officeDocument/2006/relationships/notesSlide" Target="/ppt/notesSlides/notesSlide3.xml" Id="R2b7dbdec577c48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2f2eb230c3417c" /><Relationship Type="http://schemas.openxmlformats.org/officeDocument/2006/relationships/notesSlide" Target="/ppt/notesSlides/notesSlide4.xml" Id="R70454366ffaf4a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680fb00434af0" /><Relationship Type="http://schemas.openxmlformats.org/officeDocument/2006/relationships/notesSlide" Target="/ppt/notesSlides/notesSlide5.xml" Id="R7bea97860db44f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912fdd95614620" /><Relationship Type="http://schemas.openxmlformats.org/officeDocument/2006/relationships/notesSlide" Target="/ppt/notesSlides/notesSlide6.xml" Id="R3c2f1ff88f164d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2fd7ddf944588" /><Relationship Type="http://schemas.openxmlformats.org/officeDocument/2006/relationships/notesSlide" Target="/ppt/notesSlides/notesSlide7.xml" Id="R073c66ac44994f6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C7F71311-B7A6-4A81-A954-5AEDA84E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Device behavior
reference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AB8F6709-908F-415D-B7C4-0215643E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Version 4  •  Effective February 21, 2025 EST
Reviewed in the February 12 Device Reference Review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5F55438B-A730-4F89-8B35-C0F60AD4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MOBILE  •  DEVICE OPERATIONS</a:t>
            </a:r>
          </a:p>
        </p:txBody>
      </p:sp>
    </p:spTree>
    <p:extLst>
      <p:ext uri="{BB962C8B-B14F-4D97-AF65-F5344CB8AC3E}">
        <p14:creationId xmlns:p14="http://schemas.microsoft.com/office/powerpoint/2010/main" val="16353050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93CA995-F08F-4AE9-9D16-D60F41BF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DB43683-168A-4B50-A879-1B633923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Records decide account state; phone checks show device state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8BA02C15-BF96-4AE0-AA4D-EFD7F6F1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Customer record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line, plan, billing, allowance, roaming, and line-status fields for account decisions. A handset observation does not rewrite those fields.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718EB956-04BC-49C3-9EC7-99BF7E7E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Phone checks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returned settings, SIM state, network and signal, permissions, APN, VPN, and test results as device observations. Recheck after a relevant change.</a:t>
            </a:r>
          </a:p>
        </p:txBody>
      </p:sp>
    </p:spTree>
    <p:extLst>
      <p:ext uri="{BB962C8B-B14F-4D97-AF65-F5344CB8AC3E}">
        <p14:creationId xmlns:p14="http://schemas.microsoft.com/office/powerpoint/2010/main" val="121707590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ED3D8ACE-6B7B-4C14-8C75-A79F79EB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454FE629-A2AC-4164-AF3D-0FD58887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phone-side change only counts when the returned state changes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6306BC86-19BD-4FDB-87E6-FD52F4A9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Toggle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completed toggle reports its new setting state. Do not assume it applied before reading that result.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FE5E01F3-562A-4AE7-BA28-EFD14058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APN reset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Reset restores the carrier defaults. Other restrictions may still prevent service or messaging.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F5D03BDB-93FC-436E-B804-DE18B60F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Reboot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Reboot applies pending phone changes and reruns network search. Run the next check after startup.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D6D279D-7785-4510-A557-EB777EBB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Final check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Close only from an issue-appropriate result collected after the last relevant change.</a:t>
            </a:r>
          </a:p>
        </p:txBody>
      </p:sp>
    </p:spTree>
    <p:extLst>
      <p:ext uri="{BB962C8B-B14F-4D97-AF65-F5344CB8AC3E}">
        <p14:creationId xmlns:p14="http://schemas.microsoft.com/office/powerpoint/2010/main" val="5219871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801AC81-D8D0-4270-9790-E1AE0158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0477B14-BEC5-4639-8E26-26B635F9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a before → change → recheck sequence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9A616608-6C0C-4D2C-9563-48EFC801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8294164-A335-4AC6-A558-1AF43A59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CB806A42-10F1-4829-AFAA-AEFB20DE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EFD5569D-0108-4E94-A923-663A3F89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BEFORE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644558DB-5632-4240-96B4-982FB2FC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CHANGE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004FB478-1536-42DE-9154-55968DCB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RECHECK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1D940E5F-C728-456C-BD58-9DF01B7B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Apply one step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Explain and confirm carrier-side changes; guide one phone action at a time.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4FFB722C-5894-4C6E-90B7-9AEAA3F5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 the state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Separate account restrictions from phone-side observations.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E5937002-D5B3-4805-AE2A-30BBAFC5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the result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Rerun the relevant check and select the next step from what it reports.</a:t>
            </a:r>
          </a:p>
        </p:txBody>
      </p:sp>
    </p:spTree>
    <p:extLst>
      <p:ext uri="{BB962C8B-B14F-4D97-AF65-F5344CB8AC3E}">
        <p14:creationId xmlns:p14="http://schemas.microsoft.com/office/powerpoint/2010/main" val="17126357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322DD36-46A0-4357-8535-C598FD9B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4292E54-04FB-4AE1-A2B4-5C08ECC5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MMS and speed each have multiple independent preconditions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83640346-EB96-40B5-8AE9-E8F009E2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MMS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default messaging app needs both SMS and storage permissions. MMS also needs mobile data, usable network conditions, and an enabled APN MMS setting.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68C7C808-9133-43C6-9B03-B4EFAED6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Speed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2G is very poor; 3G ranges very poor–poor; 4G fair–good; 5G good–excellent, depending on signal. Data saver and a poor VPN can degrade the result.</a:t>
            </a:r>
          </a:p>
        </p:txBody>
      </p:sp>
    </p:spTree>
    <p:extLst>
      <p:ext uri="{BB962C8B-B14F-4D97-AF65-F5344CB8AC3E}">
        <p14:creationId xmlns:p14="http://schemas.microsoft.com/office/powerpoint/2010/main" val="100963597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C166BFF5-CFD0-4FC2-8E2F-95320B9B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90F08032-1C02-49F3-9170-64DEF773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Diagnose the constraint before interpreting the result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33506A23-853D-4B52-8774-C9E2DB7C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Data off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speed test fails without mobile data. This is not a measured zero-speed result.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49CB4F90-D5B7-4987-B252-9D08CDA8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Poor VPN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Disconnect the poor VPN and rerun the test; the disconnect resolves that slow-path case.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C19CB55-CF3A-4E0C-A286-7E850FC3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Weak signal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the generation-and-signal range rather than a fixed generation label.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DDF8D162-B614-45F3-B4F9-C96DEE72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Allowance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phone-side repair cannot bypass an account-side data block.</a:t>
            </a:r>
          </a:p>
        </p:txBody>
      </p:sp>
    </p:spTree>
    <p:extLst>
      <p:ext uri="{BB962C8B-B14F-4D97-AF65-F5344CB8AC3E}">
        <p14:creationId xmlns:p14="http://schemas.microsoft.com/office/powerpoint/2010/main" val="158505242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13C183B4-8033-40E3-A233-3281CD19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Observe, change,
then verify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7E648109-475E-4E56-955E-59ABAA40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Device Behavior Reference v4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Effective February 21, 2025 EST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See the February 25 rollout ledger for version status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9D007D37-DA49-4F31-BDE6-76BE5AC5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CURRENT REFERENCE</a:t>
            </a:r>
          </a:p>
        </p:txBody>
      </p:sp>
    </p:spTree>
    <p:extLst>
      <p:ext uri="{BB962C8B-B14F-4D97-AF65-F5344CB8AC3E}">
        <p14:creationId xmlns:p14="http://schemas.microsoft.com/office/powerpoint/2010/main" val="3328509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</TotalTime>
  <Application>LibreOffice Impress</Application>
  <PresentationFormat>Widescreen</PresentationFormat>
  <Slides>7</Slides>
  <Notes>7</Notes>
  <HiddenSlides>0</HiddenSlides>
  <MMClips>0</MMClips>
  <ScaleCrop>false</ScaleCrop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Device Behavior Reference v4</dc:title>
  <dc:subject>Network generations, signal, and phone behavior</dc:subject>
  <dc:creator>NorthStar Mobile Device Lab</dc:creator>
  <cp:lastModifiedBy>NorthStar Mobile Device Lab</cp:lastModifiedBy>
  <cp:revision>2</cp:revision>
  <dcterms:created xsi:type="dcterms:W3CDTF">2025-02-18T16:45:00Z</dcterms:created>
  <dcterms:modified xsi:type="dcterms:W3CDTF">2025-02-21T14:30:00Z</dcterms:modified>
</cp:coreProperties>
</file>